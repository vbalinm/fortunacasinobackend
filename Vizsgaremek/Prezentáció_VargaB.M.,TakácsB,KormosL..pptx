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Alapértelmez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2CA42-3C94-4A7C-842E-348BA9F4F9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lapértelmez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B0C8A9-EB4C-43A5-A6B3-5CE3FEC553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>
                <a:alpha val="85000"/>
              </a:srgbClr>
            </a:gs>
            <a:gs pos="100000">
              <a:srgbClr val="FF6A00">
                <a:alpha val="85000"/>
              </a:srgbClr>
            </a:gs>
          </a:gsLst>
          <a:lin ang="348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hu-HU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hu-H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Második vázlatszint</a:t>
            </a:r>
            <a:endParaRPr lang="hu-H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Harmadik vázlatszint</a:t>
            </a:r>
            <a:endParaRPr lang="hu-H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Negyedik vázlatszint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Ötödik vázlatszint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Hatodik vázlatszint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Hetedik vázlatszint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3502D13-F17E-40BA-99CE-8C024186A49A}" type="slidenum"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&lt;szám&gt;</a:t>
            </a:fld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>
                <a:alpha val="85000"/>
              </a:srgbClr>
            </a:gs>
            <a:gs pos="100000">
              <a:srgbClr val="FF6A00">
                <a:alpha val="85000"/>
              </a:srgbClr>
            </a:gs>
          </a:gsLst>
          <a:lin ang="33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72600" y="604080"/>
            <a:ext cx="95180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hu-HU" sz="4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Fortuna</a:t>
            </a:r>
            <a:r>
              <a:rPr lang="hu-HU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Script </a:t>
            </a:r>
            <a:endParaRPr lang="hu-HU" sz="4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65640" y="2210040"/>
            <a:ext cx="2682000" cy="173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Készítették</a:t>
            </a:r>
            <a:r>
              <a:rPr lang="hu-H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r>
              <a:rPr lang="hu-H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Kormos Levente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Takács Bence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Varga Bálint Márk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389040" y="1440000"/>
            <a:ext cx="3113280" cy="77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hu-HU" sz="2400" b="0" i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Online Lottó platform</a:t>
            </a:r>
            <a:endParaRPr lang="hu-HU" sz="2400" b="0" u="sng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"/>
          <p:cNvPicPr/>
          <p:nvPr/>
        </p:nvPicPr>
        <p:blipFill>
          <a:blip r:embed="rId1">
            <a:lum bright="10000" contrast="19000"/>
            <a:alphaModFix amt="85000"/>
          </a:blip>
          <a:stretch/>
        </p:blipFill>
        <p:spPr>
          <a:xfrm>
            <a:off x="4512960" y="2043360"/>
            <a:ext cx="4238640" cy="2825640"/>
          </a:xfrm>
          <a:prstGeom prst="rect">
            <a:avLst/>
          </a:prstGeom>
          <a:noFill/>
          <a:ln w="19080">
            <a:solidFill>
              <a:srgbClr val="FF6A00"/>
            </a:solidFill>
            <a:round/>
          </a:ln>
          <a:effectLst>
            <a:softEdge rad="88920"/>
          </a:effectLst>
        </p:spPr>
      </p:pic>
    </p:spTree>
  </p:cSld>
  <mc:AlternateContent>
    <mc:Choice Requires="p14">
      <p:transition spd="slow" p14:dur="2000">
        <p:plus/>
      </p:transition>
    </mc:Choice>
    <mc:Fallback>
      <p:transition spd="slow">
        <p:plus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fill="hold" nodeType="with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 additive="repl"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 additive="repl"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 additive="repl"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1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 additive="repl"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8" presetClass="entr" fill="hold" nodeType="after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hu-H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Project Overview</a:t>
            </a: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045800" y="1518480"/>
            <a:ext cx="3772080" cy="248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Online lottery platform </a:t>
            </a:r>
            <a:endParaRPr lang="hu-HU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Multiple game types (Lotto, Keno, Joker) </a:t>
            </a:r>
            <a:endParaRPr lang="hu-HU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User accounts and balance system </a:t>
            </a:r>
            <a:endParaRPr lang="hu-HU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Ticket purchasing and draws </a:t>
            </a:r>
            <a:endParaRPr lang="hu-HU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Fullstack web application</a:t>
            </a:r>
            <a:endParaRPr lang="hu-HU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rcRect l="0" t="0" r="0" b="26362"/>
          <a:stretch/>
        </p:blipFill>
        <p:spPr>
          <a:xfrm>
            <a:off x="5111280" y="1449720"/>
            <a:ext cx="3804480" cy="26359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</p:pic>
    </p:spTree>
  </p:cSld>
  <mc:AlternateContent>
    <mc:Choice Requires="p14">
      <p:transition spd="slow" p14:dur="200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 additive="repl">
                                        <p:cTn id="3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53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53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55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hu-H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Rendszer Architektúra</a:t>
            </a: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4715640" y="1821240"/>
            <a:ext cx="4498920" cy="253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plus/>
      </p:transition>
    </mc:Choice>
    <mc:Fallback>
      <p:transition spd="slow">
        <p:plus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vortex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honeycomb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rippl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split dir="in" orient="horz"/>
      </p:transition>
    </mc:Choice>
    <mc:Fallback>
      <p:transition spd="slow">
        <p:split dir="in" orient="horz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flip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plus/>
      </p:transition>
    </mc:Choice>
    <mc:Fallback>
      <p:transition spd="slow">
        <p:plus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comb dir="horz"/>
      </p:transition>
    </mc:Choice>
    <mc:Fallback>
      <p:transition spd="slow">
        <p:comb dir="horz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randomBar dir="vert"/>
      </p:transition>
    </mc:Choice>
    <mc:Fallback>
      <p:transition spd="slow">
        <p:randomBar dir="vert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hu-H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24160" y="16819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hu-H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Köszönjük a figyelmet!</a:t>
            </a:r>
            <a:endParaRPr lang="hu-H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newsflash/>
      </p:transition>
    </mc:Choice>
    <mc:Fallback>
      <p:transition spd="slow">
        <p:newsflash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2026-04-24T09:08:09Z</dcterms:created>
  <dc:creator/>
  <dc:description/>
  <dc:language>hu-HU</dc:language>
  <cp:lastModifiedBy/>
  <dcterms:modified xsi:type="dcterms:W3CDTF">2026-04-24T11:01:40Z</dcterms:modified>
  <cp:revision>1</cp:revision>
  <dc:subject/>
  <dc:title/>
</cp:coreProperties>
</file>